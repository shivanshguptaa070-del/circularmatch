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" y="914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CircularMatch — Turn industrial waste into qualified, compliant value.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" y="914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Overview — Qualification layer between waste and reuse.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" y="914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Problem — Discovery is solved. Qualification is not.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" y="914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Solution — AI structures the material. Deterministic rules qualify the match.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" y="914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Demo Step 1 — One sentence becomes a controlled material record.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" y="914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Demo Steps 2–3 — Every recommendation carries its evidence and route.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" y="914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Market Opportunity — ₹3K–10K Cr NCR material flow ready for qualification.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" y="914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Business Model — Compliance SaaS makes the marketplace hard to bypass.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" y="914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Competitive Matrix — We win on qualification and compliance.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" y="914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Technical Architecture — Explainable decisions over structured passports.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" y="914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Execution Readiness — Engineered for industrial rigor.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" y="914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Close — Help us turn the first 5 audited material flows into the network.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